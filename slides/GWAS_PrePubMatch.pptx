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E293B"/>
                </a:solidFill>
              </a:defRPr>
            </a:pPr>
            <a:r>
              <a:t>GWAS PrePubMatch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4748B"/>
                </a:solidFill>
              </a:defRPr>
            </a:pPr>
            <a:r>
              <a:t>Discover pre-publication GWAS summary statistics</a:t>
            </a:r>
            <a:br/>
            <a:r>
              <a:t>alongside published Catalog studies and literature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B981"/>
                </a:solidFill>
              </a:defRPr>
            </a:pPr>
            <a:r>
              <a:t>AGI House Hackathon ·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2286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E293B"/>
                </a:solidFill>
              </a:defRPr>
            </a:pPr>
            <a:r>
              <a:t>~8,000 pre-publication GWAS summary statistics in the GWAS Catalog are poorly indexed for search</a:t>
            </a:r>
          </a:p>
          <a:p>
            <a:pPr>
              <a:spcAft>
                <a:spcPts val="1400"/>
              </a:spcAft>
              <a:defRPr sz="2200">
                <a:solidFill>
                  <a:srgbClr val="1E293B"/>
                </a:solidFill>
              </a:defRPr>
            </a:pPr>
            <a:r>
              <a:t>Researchers submit messy metadata — draft titles, author lists, free-text trait strings</a:t>
            </a:r>
          </a:p>
          <a:p>
            <a:pPr>
              <a:spcAft>
                <a:spcPts val="1400"/>
              </a:spcAft>
              <a:defRPr sz="2200">
                <a:solidFill>
                  <a:srgbClr val="1E293B"/>
                </a:solidFill>
              </a:defRPr>
            </a:pPr>
            <a:r>
              <a:t>No unified view linking pre-pub sumstats to published studies and their literature</a:t>
            </a:r>
          </a:p>
          <a:p>
            <a:pPr>
              <a:spcAft>
                <a:spcPts val="1400"/>
              </a:spcAft>
              <a:defRPr sz="2200">
                <a:solidFill>
                  <a:srgbClr val="1E293B"/>
                </a:solidFill>
              </a:defRPr>
            </a:pPr>
            <a:r>
              <a:t>Manual reconciliation is slow, error-prone, and blocks reproducible discovery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2286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E293B"/>
                </a:solidFill>
              </a:defRPr>
            </a:pPr>
            <a:r>
              <a:t>Paste submission metadata → get ranked Catalog studies + publications in one view</a:t>
            </a:r>
          </a:p>
          <a:p>
            <a:pPr>
              <a:spcAft>
                <a:spcPts val="1400"/>
              </a:spcAft>
              <a:defRPr sz="2200">
                <a:solidFill>
                  <a:srgbClr val="1E293B"/>
                </a:solidFill>
              </a:defRPr>
            </a:pPr>
            <a:r>
              <a:t>Deterministic match scoring (no invented PMIDs, DOIs, or GCST accessions)</a:t>
            </a:r>
          </a:p>
          <a:p>
            <a:pPr>
              <a:spcAft>
                <a:spcPts val="1400"/>
              </a:spcAft>
              <a:defRPr sz="2200">
                <a:solidFill>
                  <a:srgbClr val="1E293B"/>
                </a:solidFill>
              </a:defRPr>
            </a:pPr>
            <a:r>
              <a:t>Parallel search: GWAS Catalog Solr + OpenAlex, Europe PMC, PubMed</a:t>
            </a:r>
          </a:p>
          <a:p>
            <a:pPr>
              <a:spcAft>
                <a:spcPts val="1400"/>
              </a:spcAft>
              <a:defRPr sz="2200">
                <a:solidFill>
                  <a:srgbClr val="1E293B"/>
                </a:solidFill>
              </a:defRPr>
            </a:pPr>
            <a:r>
              <a:t>Production-oriented FastAPI orchestrator + React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2286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Architecture</a:t>
            </a:r>
          </a:p>
          <a:p>
            <a:pPr>
              <a:spcBef>
                <a:spcPts val="400"/>
              </a:spcBef>
              <a:defRPr sz="1600">
                <a:solidFill>
                  <a:srgbClr val="E0E7FF"/>
                </a:solidFill>
              </a:defRPr>
            </a:pPr>
            <a:r>
              <a:t>FastAPI orchestrator — not a simple proxy</a:t>
            </a:r>
          </a:p>
        </p:txBody>
      </p:sp>
      <p:sp>
        <p:nvSpPr>
          <p:cNvPr id="3" name="Rectangle 2"/>
          <p:cNvSpPr/>
          <p:nvPr/>
        </p:nvSpPr>
        <p:spPr>
          <a:xfrm>
            <a:off x="883767" y="1737360"/>
            <a:ext cx="1828800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React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2567" y="205740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3032607" y="1737360"/>
            <a:ext cx="1828800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FastAPI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1407" y="205740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1447" y="1737360"/>
            <a:ext cx="182880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GWAS Catalog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247" y="205740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7330287" y="1737360"/>
            <a:ext cx="182880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Literature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59087" y="205740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79127" y="1737360"/>
            <a:ext cx="1828800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Rank &amp; Merge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58187" y="3200400"/>
            <a:ext cx="1828800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Science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6987" y="352044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07027" y="3200400"/>
            <a:ext cx="182880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OpenAlex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5827" y="352044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3200400"/>
            <a:ext cx="182880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Europe PMC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4667" y="352044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04707" y="3200400"/>
            <a:ext cx="182880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PubMed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Literature dual-path: Google Science Skills CLIs (primary) with direct HTTP fallback per source. Returns unified JSON (schema v3.1.0) with full provenance.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2286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E293B"/>
                </a:solidFill>
              </a:defRPr>
            </a:pPr>
            <a:r>
              <a:t>Partial failure tolerance — Catalog results even if literature sources degrade</a:t>
            </a:r>
          </a:p>
          <a:p>
            <a:pPr>
              <a:spcAft>
                <a:spcPts val="1400"/>
              </a:spcAft>
              <a:defRPr sz="2200">
                <a:solidFill>
                  <a:srgbClr val="1E293B"/>
                </a:solidFill>
              </a:defRPr>
            </a:pPr>
            <a:r>
              <a:t>Health probes — /api/health checks each upstream with latency</a:t>
            </a:r>
          </a:p>
          <a:p>
            <a:pPr>
              <a:spcAft>
                <a:spcPts val="1400"/>
              </a:spcAft>
              <a:defRPr sz="2200">
                <a:solidFill>
                  <a:srgbClr val="1E293B"/>
                </a:solidFill>
              </a:defRPr>
            </a:pPr>
            <a:r>
              <a:t>TTL response cache — configurable for Solr and literature</a:t>
            </a:r>
          </a:p>
          <a:p>
            <a:pPr>
              <a:spcAft>
                <a:spcPts val="1400"/>
              </a:spcAft>
              <a:defRPr sz="2200">
                <a:solidFill>
                  <a:srgbClr val="1E293B"/>
                </a:solidFill>
              </a:defRPr>
            </a:pPr>
            <a:r>
              <a:t>Transparent provenance — match scores, source status, skills vs HTTP backend</a:t>
            </a:r>
          </a:p>
          <a:p>
            <a:pPr>
              <a:spcAft>
                <a:spcPts val="1400"/>
              </a:spcAft>
              <a:defRPr sz="2200">
                <a:solidFill>
                  <a:srgbClr val="1E293B"/>
                </a:solidFill>
              </a:defRPr>
            </a:pPr>
            <a:r>
              <a:t>Docker deployment — Science Skills vendored at build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2286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E293B"/>
                </a:solidFill>
              </a:defRPr>
            </a:pPr>
            <a:r>
              <a:t>Load a scenario preset (Probable Match, High Confidence, Ambiguous Trait, No Match)</a:t>
            </a:r>
          </a:p>
          <a:p>
            <a:pPr>
              <a:spcAft>
                <a:spcPts val="1400"/>
              </a:spcAft>
              <a:defRPr sz="2200">
                <a:solidFill>
                  <a:srgbClr val="1E293B"/>
                </a:solidFill>
              </a:defRPr>
            </a:pPr>
            <a:r>
              <a:t>Edit title, authors, reported trait, GCST/DOI clues</a:t>
            </a:r>
          </a:p>
          <a:p>
            <a:pPr>
              <a:spcAft>
                <a:spcPts val="1400"/>
              </a:spcAft>
              <a:defRPr sz="2200">
                <a:solidFill>
                  <a:srgbClr val="1E293B"/>
                </a:solidFill>
              </a:defRPr>
            </a:pPr>
            <a:r>
              <a:t>Click Discover Related Studies → unified ranked hits</a:t>
            </a:r>
          </a:p>
          <a:p>
            <a:pPr>
              <a:spcAft>
                <a:spcPts val="1400"/>
              </a:spcAft>
              <a:defRPr sz="2200">
                <a:solidFill>
                  <a:srgbClr val="1E293B"/>
                </a:solidFill>
              </a:defRPr>
            </a:pPr>
            <a:r>
              <a:t>Review top-match verification links (PubMed, GWAS Catalog, DOI)</a:t>
            </a:r>
          </a:p>
          <a:p>
            <a:pPr>
              <a:spcAft>
                <a:spcPts val="1400"/>
              </a:spcAft>
              <a:defRPr sz="2200">
                <a:solidFill>
                  <a:srgbClr val="1E293B"/>
                </a:solidFill>
              </a:defRPr>
            </a:pPr>
            <a:r>
              <a:t>Supplementary pre-pub sumstats panel for related unpublished entries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8463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10B981"/>
                </a:solidFill>
              </a:defRPr>
            </a:pPr>
            <a:r>
              <a:t>Example: "Shared and distinct genetic risk factors for childhood-onset asthma" → Pividori asthma match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Try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Local: bash scripts/run_server.sh  +  cd web &amp;&amp; npm run dev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Docker: docker compose up --build  →  http://localhost:8080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API: POST /api/discover  ·  GET /api/health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